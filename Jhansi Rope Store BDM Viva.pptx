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2939" y="1512570"/>
            <a:ext cx="51180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Jhansi Rope Store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80651" y="2350770"/>
            <a:ext cx="4782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Data Management Capstone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5326" y="2899410"/>
            <a:ext cx="4393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Solutions for Inventory &amp; Sales Optimization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73125" y="3444240"/>
            <a:ext cx="33976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Pooja Sahu | Roll No: 22F3000980 | July - October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Jhansi Rope 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Third-generation family business in Jhansi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Dual market model—Wholesale &amp; Retail channels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Rural, semi-urban, and urban customer base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Ropes, Niwar, Sutli, Brooms, Wipers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640 transactions over 14 weeks (July-October 2025)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9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Festival-driven demand volatility with no forecasting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inventory tracking causing stockouts and overstocking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product and customer segmentation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profitability insights across channels and regions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Process: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91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all 640 transactions across 7 key fields (Date, Item, Quantity, Rate, etc.)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categorical variables (Customer Type, Area Type, Product Type)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Date column to datetime format and verified chronological order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high-volume outliers as authentic B2B wholesale transactions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Cross-validated profit metrics using Quantity × Price formulas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71856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Clean, analysis-ready dataset with no data loss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Techniques Applied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 Forecasting: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seasonality detection &amp; 30-day sales forecast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Inventory Classification: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prioritization using Pareto principle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segmentation into 3 distinct behavioral groups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Analysis: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Channel-wise and geographic profitability comparison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97942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validated with statistical diagnostics and cross-validation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0"/>
            <a:ext cx="4158615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8000"/>
            <a:ext cx="3780472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Results: Forecasting &amp; Inventory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02080"/>
            <a:ext cx="3775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 Model Performance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722120"/>
            <a:ext cx="370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MAPE: 0.34%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(99.66% accuracy)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₹16,419</a:t>
            </a:r>
            <a:pPr indent="0" marL="0">
              <a:lnSpc>
                <a:spcPts val="1710"/>
              </a:lnSpc>
              <a:buNone/>
            </a:pP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Pattern: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7-day cycle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Impact: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+45.5% (Diwali prep), +26.2% (Navratri)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276600"/>
            <a:ext cx="3389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Classification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96641"/>
            <a:ext cx="332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A-Class (Niwar, Rope):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68.3% revenue, 20% items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B-Class (Brooms, Sutli):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26.3% revenue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C-Class (Wipers):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5.4% revenue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Differentiated stocking &amp; review cycles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0"/>
            <a:ext cx="3559850" cy="15659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67991"/>
            <a:ext cx="3263027" cy="15659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Results: Customers &amp; Profitability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02080"/>
            <a:ext cx="31647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Clusters (k=3)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722120"/>
            <a:ext cx="3102650" cy="76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High-value occasional wholesale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Frequent retail buyers (highest margins)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VIP loyal wholesale clients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0.6232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200" y="3196591"/>
            <a:ext cx="2861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Analysis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516630"/>
            <a:ext cx="2805827" cy="76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Margin: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4.59%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Margin: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9.78% (2.1× higher)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Highest: Niwar Cotton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(11-12% retail)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Semi-urban: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margin potential (6.56%)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(99.66% forecast accuracy)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—seasonal peaks can be anticipated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A-Class items (Niwar, Rope) drive revenue but need aggressive inventory planning during festivals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customers are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 more profitable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wholesale despite lower volume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Semi-urban markets show untapped margin potential—ideal for retail expansion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systems hide opportunities—data integration reveals clear optimization paths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2"/>
            <a:ext cx="7620000" cy="230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rolling SARIMA model with weekly updates for procurement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60% budget to A-Class, weekly reviews; 30% to B-Class, biweekly; 10% to C-Class, monthly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High-margin retail products bundled with fast movers to lift profitability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Excel/POS system with automated reorder alerts tied to forecast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Prioritize semi-urban retail growth—highest margin potential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6016" y="1497332"/>
            <a:ext cx="4431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Business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086290" y="2061209"/>
            <a:ext cx="49714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reduction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inventory costs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86290" y="2301241"/>
            <a:ext cx="49714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reduction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stockouts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086290" y="2541273"/>
            <a:ext cx="49714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 lakh monthly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savings through optimized procurement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086290" y="2781300"/>
            <a:ext cx="49714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pp margin improvement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channel-specific pricing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36067" y="3326132"/>
            <a:ext cx="2471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|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2025-12-16T10:07:24Z</dcterms:created>
  <dcterms:modified xsi:type="dcterms:W3CDTF">2025-12-16T10:07:24Z</dcterms:modified>
</cp:coreProperties>
</file>